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Rent (£)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Leeds</c:v>
                  </c:pt>
                  <c:pt idx="1">
                    <c:v>Sheffield</c:v>
                  </c:pt>
                  <c:pt idx="2">
                    <c:v>Edinburgh</c:v>
                  </c:pt>
                  <c:pt idx="3">
                    <c:v>Birmingham</c:v>
                  </c:pt>
                  <c:pt idx="4">
                    <c:v>Manchester</c:v>
                  </c:pt>
                  <c:pt idx="5">
                    <c:v>Bristol</c:v>
                  </c:pt>
                  <c:pt idx="6">
                    <c:v>London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700</c:v>
                </c:pt>
                <c:pt idx="1">
                  <c:v>950</c:v>
                </c:pt>
                <c:pt idx="2">
                  <c:v>1050</c:v>
                </c:pt>
                <c:pt idx="3">
                  <c:v>1100</c:v>
                </c:pt>
                <c:pt idx="4">
                  <c:v>1200</c:v>
                </c:pt>
                <c:pt idx="5">
                  <c:v>1350</c:v>
                </c:pt>
                <c:pt idx="6">
                  <c:v>2200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Housing Market API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COMP3011 Web Services and Web Data — Coursework 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718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Nadia
</a:t>
            </a:r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API: </a:t>
            </a:r>
            <a:pPr algn="l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nadia8844.pythonanywhere.com
</a:t>
            </a:r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algn="l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github.com/Nadia8844/housing-api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RESTful API for UK rental market data. Users can browse, filter and analyse property listings across major UK cities.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housing?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affordability is a real issue for students and young people in the UK. The API surfaces data that has genuine real-world relevance.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0584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43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164592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Django 6 · Django REST Framework · SQLite · JWT Auth · Deployed on PythonAnywhere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Leeds · COMP3011 ·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56232"/>
            <a:ext cx="384048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01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901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6.0.3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40864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865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Library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3865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 3.16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25496"/>
            <a:ext cx="384048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712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871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via simplejwt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10128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558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355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94760"/>
            <a:ext cx="384048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840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PythonAnywhere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279392"/>
            <a:ext cx="3840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325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325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960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46320" y="1371600"/>
            <a:ext cx="3474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3898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55080" y="1746504"/>
            <a:ext cx="9144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1856232"/>
            <a:ext cx="347472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8745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Router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2231136"/>
            <a:ext cx="9144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2340864"/>
            <a:ext cx="34747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3591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Middleware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55080" y="2715768"/>
            <a:ext cx="9144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825496"/>
            <a:ext cx="3474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8437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View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55080" y="3200400"/>
            <a:ext cx="9144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310128"/>
            <a:ext cx="347472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3284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55080" y="3685032"/>
            <a:ext cx="9144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3794760"/>
            <a:ext cx="3474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81304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55080" y="4169664"/>
            <a:ext cx="9144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4279392"/>
            <a:ext cx="34747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42976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Leeds · COMP3011 ·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4114800" cy="24688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4416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— Auto primary key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581912"/>
            <a:ext cx="411480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00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— Property name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837944"/>
            <a:ext cx="4114800" cy="24688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5623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— Street address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093976"/>
            <a:ext cx="411480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1226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— City name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350008"/>
            <a:ext cx="4114800" cy="24688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36829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postcode — UK postcode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606040"/>
            <a:ext cx="411480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2432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property_type — flat/house/studio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862072"/>
            <a:ext cx="4114800" cy="24688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8036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— Number of bedrooms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118104"/>
            <a:ext cx="411480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3639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monthly_rent — GBP (DecimalField)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374136"/>
            <a:ext cx="4114800" cy="24688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39242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— Boolean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30168"/>
            <a:ext cx="411480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4845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/ updated_at — Timestamps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Model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54880" y="1325880"/>
            <a:ext cx="4114800" cy="246888"/>
          </a:xfrm>
          <a:prstGeom prst="rect">
            <a:avLst/>
          </a:prstGeom>
          <a:solidFill>
            <a:srgbClr val="FFFBE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34416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— Auto primary key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1581912"/>
            <a:ext cx="411480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60020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Region name (unique)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1837944"/>
            <a:ext cx="4114800" cy="246888"/>
          </a:xfrm>
          <a:prstGeom prst="rect">
            <a:avLst/>
          </a:prstGeom>
          <a:solidFill>
            <a:srgbClr val="FFFBE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85623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average_annual_salary — GBP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2093976"/>
            <a:ext cx="411480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11226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median_monthly_rent — GBP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2350008"/>
            <a:ext cx="4114800" cy="246888"/>
          </a:xfrm>
          <a:prstGeom prst="rect">
            <a:avLst/>
          </a:prstGeom>
          <a:solidFill>
            <a:srgbClr val="FFFBE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36829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— Integer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2606040"/>
            <a:ext cx="411480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62432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— England/Scotland/Wales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defined using Django ORM — mapped automatically to SQL tables via migrations  (Lecture 6)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69848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" y="10332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/api/listings/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" y="1252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listings (with filtering)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1600200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91640"/>
            <a:ext cx="640080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09928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87552" y="16733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/api/listings/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87552" y="1892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listing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1737360"/>
            <a:ext cx="658368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7556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2240280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31720"/>
            <a:ext cx="64008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350008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87552" y="23134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/api/listings/{id}/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7552" y="25328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single listing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2880360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71800"/>
            <a:ext cx="64008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90088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87552" y="29535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/api/listings/{id}/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87552" y="31729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listing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3017520"/>
            <a:ext cx="658368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30358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3520440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611880"/>
            <a:ext cx="640080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630168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87552" y="35935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/api/listings/{id}/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87552" y="38130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listing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03320" y="3657600"/>
            <a:ext cx="658368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367588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Auth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2880" y="4160520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251960"/>
            <a:ext cx="64008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270248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87552" y="42336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/api/regions/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87552" y="44531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UK regions (ONS data)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960120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1051560"/>
            <a:ext cx="64008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1069848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13832" y="10332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/api/analytics/average-rent/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1252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rent per city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1600200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0600" y="1691640"/>
            <a:ext cx="64008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1709928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513832" y="16733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/api/analytics/affordability/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13832" y="1892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index per city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2240280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00600" y="2331720"/>
            <a:ext cx="64008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2350008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513832" y="23134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/api/analytics/summary/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513832" y="25328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market summary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09160" y="2880360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800600" y="2971800"/>
            <a:ext cx="640080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990088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513832" y="29535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/api/register/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513832" y="31729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user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09160" y="3520440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800600" y="3611880"/>
            <a:ext cx="640080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3630168"/>
            <a:ext cx="640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513832" y="35935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/api/token/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513832" y="38130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— obtain JWT token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endpoints total  ·  Full CRUD on 2 models  ·  3 analytics endpoints  ·  JWT authentication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Endpoints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56032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£1,156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Avg Rent/mo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56032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960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0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960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Afford. Index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274320" y="2103120"/>
          <a:ext cx="85953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index = (avg rent ÷ £2,500 UK median salary) × 100  ·  Source: ONS ASHE 2023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JWT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JWT over Session Auth?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— aligns with REST principles (Lecture 3)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938528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84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server-side session storage required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505456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505456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511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is self-contained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72384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72384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18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horizontally — any server can verify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39312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639312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6850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contains user info — no DB lookup per request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28032" y="146304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48132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141732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/api/register/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with username + password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2402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28032" y="233172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35000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22860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/api/token/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access + refresh JWT tokens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10896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28032" y="320040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2186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31546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header: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&lt;token&gt;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97764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28032" y="406908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408736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40233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/api/token/refresh/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new token when access expires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Leeds · COMP3011 ·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17 Tests, All Passing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286000" cy="228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914400"/>
            <a:ext cx="2926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34640" y="914400"/>
            <a:ext cx="29260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ListingModelTest (2)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Model creates with correct fields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0" y="1627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String representation is accurate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914400"/>
            <a:ext cx="2926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914400"/>
            <a:ext cx="29260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ListingAPITest (8)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1325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GET all listings → 200 OK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80760" y="1627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GET single listing → 200 OK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080760" y="1929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GET 404 for missing listing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80760" y="22311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 without auth → 401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34640" y="2834640"/>
            <a:ext cx="2926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34640" y="2834640"/>
            <a:ext cx="29260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AnalyticsAPITest (4)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Average rent → 200 OK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26080" y="3547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Affordability → 200 OK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926080" y="3849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Summary → 200 OK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26080" y="41513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Summary returns correct count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2834640"/>
            <a:ext cx="2926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2834640"/>
            <a:ext cx="29260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AuthenticationTest (3)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Register new user → 201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80760" y="3547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Duplicate username → 400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0760" y="3849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 login returns JWT tokens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with: python3 manage.py test listings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— AI Integration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MCP (Model Context Protocol) server exposes the Housing API as tools that AI assistants like Claude can call directly using natural language.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600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get_all_listings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listings with optional city, bedrooms, property_type filters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50876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50876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600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get_market_summary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64992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overall market statistics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50876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600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get_average_rent_by_city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91072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Average, min and max rent per city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6032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6032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651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get_affordability_index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" y="2971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ratings per city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56032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56032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2651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get_all_regions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64992" y="2971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UK regions with ONS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560320"/>
            <a:ext cx="27432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56032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2651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get_region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91072" y="2971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region lookup by name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Ask Claude — "Which UK city is most affordable for renters?"  ·  mcp_server.py communicates over stdin/stdout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Deployment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github.com/Nadia8844/housing-api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41148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179222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37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project with Django, DRF, JWT and gitignore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039112"/>
            <a:ext cx="4114800" cy="30175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213969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Listing model and apply initial database migrations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386584"/>
            <a:ext cx="41148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" y="248716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ListingSerialiser to convert Listing model to JSON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734056"/>
            <a:ext cx="4114800" cy="30175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" y="283464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779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ListingListView and ListingDetailView with full CRUD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081528"/>
            <a:ext cx="41148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31821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127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URL routing for listings and JWT authentication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429000"/>
            <a:ext cx="4114800" cy="30175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" y="352958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474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seed_data management command with sample UK listings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776472"/>
            <a:ext cx="41148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" y="38770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822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filtering to listings endpoint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123944"/>
            <a:ext cx="4114800" cy="30175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" y="422452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169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analytics endpoints for average rent, affordability and summary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471416"/>
            <a:ext cx="41148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" y="457200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517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JWT authentication and REST framework permissions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PythonAnywhere Deployment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75488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nadia8844.pythonanywhere.com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1691640"/>
            <a:ext cx="4114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1691640"/>
            <a:ext cx="64008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Clone GitHub repo onto PythonAnywhere server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2075688"/>
            <a:ext cx="4114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075688"/>
            <a:ext cx="64008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 virtual environment + install requirements.txt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2459736"/>
            <a:ext cx="4114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2459736"/>
            <a:ext cx="64008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505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Run python3 manage.py migrate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2843784"/>
            <a:ext cx="4114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2843784"/>
            <a:ext cx="64008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2889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Seed database with python3 manage.py seed_data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54880" y="3227832"/>
            <a:ext cx="4114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3227832"/>
            <a:ext cx="64008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Configure WSGI file to point to Django app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54880" y="3611880"/>
            <a:ext cx="4114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3611880"/>
            <a:ext cx="64008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3657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Set virtualenv path in web app settings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754880" y="3995928"/>
            <a:ext cx="4114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3995928"/>
            <a:ext cx="64008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4041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Add domain to ALLOWED_HOSTS in settings.py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54880" y="4379976"/>
            <a:ext cx="41148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54880" y="4379976"/>
            <a:ext cx="64008" cy="3383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92040" y="44256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Click Reload — API live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Leeds · COMP3011 ·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Usage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used: Claude (Anthropic) — declared in full per module Green Light AI policy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7830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Django vs FastAPI trade-offs — chose Django based on module alignment and code quality assessment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7830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understand JWT vs session auth, REST statelessness, Django ORM — asked follow-up questions until fully understood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6888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28803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Decimal/float type error in affordability endpoint — understood root cause before applying fix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6888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64608" y="28803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AI to compare project against brief marking criteria at multiple points — identified gaps proactively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3977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AI to understand Model Context Protocol and implement the server — explored the concept before coding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66160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3977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and drafted API docs and technical report — all content reflects my own design decisions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logs attached as appendix to technical report  ·  GENAI_DECLARATION.md in repository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41248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118872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github.com/Nadia8844/housing-api — public, full commit history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41248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7830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nadia8844.pythonanywhere.com — all endpoints live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41248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77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377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237744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docs/api_documentation.pdf — 11 endpoints, workflows, curl examples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41248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718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971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29718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docs/technical_report.pdf — architecture, testing, GenAI declaration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41248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661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566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Passing Tests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356616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manage.py test listings — 0 failures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41248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605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160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416052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mcp_server.py — 6 tools for AI assistant integration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 Housing Market API — COMP3011</dc:title>
  <dc:subject>PptxGenJS Presentation</dc:subject>
  <dc:creator>Nadia</dc:creator>
  <cp:lastModifiedBy>Nadia</cp:lastModifiedBy>
  <cp:revision>1</cp:revision>
  <dcterms:created xsi:type="dcterms:W3CDTF">2026-03-20T21:58:52Z</dcterms:created>
  <dcterms:modified xsi:type="dcterms:W3CDTF">2026-03-20T21:58:52Z</dcterms:modified>
</cp:coreProperties>
</file>